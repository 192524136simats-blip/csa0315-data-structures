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3" r:id="rId6"/>
    <p:sldId id="267" r:id="rId7"/>
    <p:sldId id="268" r:id="rId8"/>
    <p:sldId id="269" r:id="rId9"/>
    <p:sldId id="274" r:id="rId10"/>
    <p:sldId id="273" r:id="rId11"/>
    <p:sldId id="270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A680-E2B6-1842-B85F-EE13A5882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E7368-CA2E-0419-158B-38FCACB57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25A7-3F53-C85F-E099-A7714E4B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F9E2-B9C5-1546-DEA1-48F4AF2C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54283-8ACC-5E37-3AB3-ADDA1CF3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69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1B8-B18D-457C-686D-FDEBF54A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CDA4-394D-17FB-753B-E408B4540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6872-C1E9-C9A2-869C-FD03A499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14480-1422-72E5-0253-B05CB385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29A6-F089-783F-50FF-2C2B1118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06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0C7A-3D37-29A9-167B-CD73C0843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92747-A028-4A6A-106C-A92319A3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D630-C6AB-A3B9-61E1-46696689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A857-4333-7530-2948-A51DA6CE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8A71E-24FF-046C-52E8-24CE2940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2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3D8F-D44C-9E2A-8B5B-828886A7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53DB0-AC89-2D00-234E-C8288A5BC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8D4B-187B-0619-98F1-53EBC87F9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0C11E-385D-FB78-507B-B5244906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0EE49-337D-76E2-C198-70DC008D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FD247-A992-834B-DD43-CA322F24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1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834C-8490-3815-ABBB-5DDFA8A0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69B2-B3EC-280D-8484-E74B87A73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1D9-EE24-E619-5246-61D9F686C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260A4-5E78-A009-28CC-E830928FB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D6212-3D88-9F32-F0F0-A197C56D6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29A79-F47F-C913-1CF4-97FB791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FE50D-26A2-F413-D92B-21E5E00B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843F0-24A4-CC5E-20F5-0562EC0E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2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EF93-6FC6-D8F7-5987-084F60E6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96B72-EB04-C5B4-55A0-4AFB73AD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C58A4-A4E9-67CF-1379-A7C82EA2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090AD-0B28-0A74-2720-10679670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84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16FC3-8319-6E6F-42AD-3C937BE8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8BE04-97D9-9230-0A51-FABE86BF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EFFF-BF7F-2020-4F28-20330BD3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9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24BA-6187-4351-8485-77C2401F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2069-6922-9BF2-AA4F-1B14305C1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65FF6-2012-7A52-3C92-40FB33929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838BB-A15A-5C36-BA82-6C51CF470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E225-9971-2B15-ABB2-6F921462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0F376-BDC6-CF79-72EF-F8561419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7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345B-E697-ED08-41F7-891FA0F5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34F04-BC7A-68CF-2352-59F2F463F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B2190-70E2-A8D3-2B5F-F3AF7ED0F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076FA-A948-C42E-2D4B-00CD8B2E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4AF43-B736-59B7-6CEF-D3DB4604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A26DD-6849-8695-8266-84849636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3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2035-C8CB-58C5-BCF5-4CED5AA1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308A9-E13C-23D7-A19A-B8DFF9B3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DDFB-CC87-F0C9-2193-EB92DF07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DE46F-D718-16D8-945D-D8A5ECAB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0621-2404-4901-AFB5-B1CA1D42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0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D092D-C4EE-71DD-BCD8-2CB50EF7E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DCE4F-7907-E049-D37D-A5410EF1B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4AC20-AC73-2880-CA4C-14B24B6E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2D56E-97BF-4BAA-D00F-65BC41C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3908-5C34-E3FA-8BC8-F3672E71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39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667AF-C04C-1B64-63ED-640B492E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5B6DF-48C8-0005-D0B2-ADD0D85FA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F7B7-6E76-D116-0ECA-C99CE3A1D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B7679-CEF3-4E0B-89BB-17B2364DC9D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E2225-7DC6-A52C-3BFD-7CBB62BF6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4DF94-A78B-308E-6D0D-872C9EBF0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BA379-2196-401C-A799-8DCF26FCF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9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8A58-E85D-F646-6B6E-5929FF4E5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000"/>
            <a:ext cx="9144000" cy="1731964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Reservation System using Queue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D5D5B-3F11-8921-FE73-B2A5C9DD4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7"/>
            <a:ext cx="9601200" cy="2591934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0315 – Data Structures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Mahitha(192524136)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Usha(192525100)</a:t>
            </a:r>
          </a:p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Madhulika(192524190)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EF0F-FDB2-6DE4-48F6-D302A983233A}"/>
              </a:ext>
            </a:extLst>
          </p:cNvPr>
          <p:cNvSpPr txBox="1"/>
          <p:nvPr/>
        </p:nvSpPr>
        <p:spPr>
          <a:xfrm>
            <a:off x="1524000" y="4898004"/>
            <a:ext cx="315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Supervisior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Rajesh Kumar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aveetha Institute of Medical and ...">
            <a:extLst>
              <a:ext uri="{FF2B5EF4-FFF2-40B4-BE49-F238E27FC236}">
                <a16:creationId xmlns:a16="http://schemas.microsoft.com/office/drawing/2014/main" id="{9AE010FC-57A0-B08C-4AF8-AB1186E2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07681"/>
            <a:ext cx="12044516" cy="11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0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F902-9985-C21F-F953-FF80EC46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8529"/>
            <a:ext cx="10515600" cy="113071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36F8B1-48AD-0EDC-0F56-E6D1E4726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Railway Reservation System using the Queue data structure.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passenger ticket bookings efficiently.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the waiting list using the First-In, First-Out (FIFO) principle.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allocate vacant seats to waiting-list passengers after ticket cancellations.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demonstrate the practical application of queues in solving real-world railway reservation problems.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BA854AA-643A-09F5-B7B2-D176E4017D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9C3638B-8125-F026-493F-BE3F2536C1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0C20-0F47-BDD6-A7AA-3815B6FE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065"/>
            <a:ext cx="10515600" cy="1455174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5F9E7C-BC7F-3045-B9D0-C53DC309DB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5372"/>
            <a:ext cx="9534983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Railway Reservation System is used to manage train ticket bookings.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is used to maintain the waiting list of passengers.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seats are available, passengers receive confirmed tickets.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seats are full, passengers are added to the waiting queue.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ticket is cancelled, the first passenger in the waiting queue gets the available seat.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fair, efficient, and organized reservation management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45D2EB-9076-1F77-A0CF-D1D1BC847D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E2E94B8-3E3D-4511-D8CA-456DFD25D3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F544-F993-E680-9D20-7706561D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784"/>
            <a:ext cx="10515600" cy="1368622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471CA4-1A1B-FC30-C084-9E5A2802F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5372"/>
            <a:ext cx="10515599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reservation systems help passengers book train tickets and manage reservations efficiently.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peak seasons, when seats are full, additional passengers are placed on a waiting list.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Queue data structure follows the FIFO (First-In, First-Out) principle, making it suitable for waiting list management.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confirmed ticket is cancelled, the first passenger in the waiting queue is given the available seat.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A4A60D6-078A-3EA9-3F83-23DC2B0DE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E1B735F-2504-26C1-42C2-32F61FBF62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6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31B-E18B-550E-947D-A52A8692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246"/>
            <a:ext cx="10515600" cy="150433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:Ticket Booking &amp; Booking Queue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5E0111-9D21-8985-1B2D-8334B24C5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0993"/>
            <a:ext cx="6616620" cy="335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enters booking details.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the entered information.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request is added to the Booking Queue.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are processed one by one in FIFO order.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 requests are forwarded to the Seat Allocation Module.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E662866-62E8-5B16-D9C6-097857A565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85302EDA-015B-82AA-C2CE-A637D0E6FB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0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8917-263D-23FD-DE11-0EDE8A7B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555"/>
            <a:ext cx="10515600" cy="150433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Priority-Based Seat Allocation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3734AA-7F0B-0AF4-D0F4-6A66A0D86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5421"/>
            <a:ext cx="10515600" cy="335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 booking request from the Booking Queue.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seat availability.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passenger priority.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an available seat.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seat is available, move the passenger to the Waiting List.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238206F-1C0D-0F4C-6D89-7A58DCCEB9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9D09D04-F2D0-6490-045A-1A083C9161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4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2299-6060-477D-AF4A-2C4D4E90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5573"/>
            <a:ext cx="10515600" cy="141584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Waiting List &amp; Cancellation Manager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E0ACF8-0C2D-8B58-9E3C-5FFAC2C99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55755"/>
            <a:ext cx="415498" cy="891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78755-0C03-4163-007B-FB49FD626427}"/>
              </a:ext>
            </a:extLst>
          </p:cNvPr>
          <p:cNvSpPr txBox="1"/>
          <p:nvPr/>
        </p:nvSpPr>
        <p:spPr>
          <a:xfrm>
            <a:off x="838200" y="1899281"/>
            <a:ext cx="8294913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is added to the Waiting List if no seat is available.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Waiting List follows the FIFO order.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confirmed passenger cancels the ticket.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releases the vacant seat.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passenger in the Waiting List receives the confirmed seat.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Waiting List is updated automatically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908F039-37FF-4934-0D02-26629375B8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B9456A2E-E699-8810-4850-439529A043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9192-0A1E-54F2-FB84-444C44FD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231"/>
            <a:ext cx="10515600" cy="934065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970F94-FE77-31DE-E285-579276363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9819"/>
            <a:ext cx="10453503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 the reservation process.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passenger details and add the request to the booking queue.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seat availability.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seats based on passenger priority if seats are available.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passengers to the waiting queue if no seats are available.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cancellations and assign released seats to the first passenger in the waiting queue (FIFO).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booking records and display the final ticket status.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the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989304C-B38C-5F06-9473-9AE25C2367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6939368-B928-AB65-4C0E-83F25F3E74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4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0500-1643-5896-FC56-D6BB0425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239"/>
            <a:ext cx="10515600" cy="104245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938FEA7-C452-F053-0854-0916588177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FB84DE5F-6B2B-9351-38F4-3076C348A4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4A56EFC-2ED3-C00E-DEAE-71D0C9F38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50607" y="1825625"/>
            <a:ext cx="109138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3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2BB3-E4C8-E923-0206-728AA90F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4065"/>
            <a:ext cx="10515600" cy="963561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AFA3-BD36-F7A9-1972-F95A93C5B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265"/>
            <a:ext cx="10515600" cy="402369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Railway Reservation System using Queue.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FIFO principle ensures passengers are processed in their reservation order.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and Dequeue operations efficiently manage passenger reservations.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Waiting-list passengers are maintained systematically when seats are unavailable.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simple, fair, and efficient reservation management.</a:t>
            </a:r>
          </a:p>
          <a:p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896DC41-9D75-1982-AD5E-B344EF5431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7EA1D515-14F4-2E45-97F3-D48D35BBAB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2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694-A816-5F69-5E97-A343FD24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2285"/>
            <a:ext cx="10515600" cy="1438296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670049-B6D0-41CD-DA3C-3F0C0A326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873"/>
            <a:ext cx="10515600" cy="396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Railway Reservation System using Queue provides a simple and efficient solution for managing ticket reservations.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FIFO (First In, First Out) queue ensures that booking requests are processed fairly.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manages ticket booking, seat allocation, waiting lists, and cancellations.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effort, improves reservation accuracy, and speeds up ticket processing.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offers a reliable, transparent, and user-friendly railway reservation system.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AA5E2E0-DBE8-53B7-B113-70F6780FC0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1CBC817-DC1D-93F1-9541-0CC572D6D71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5987" y="0"/>
            <a:ext cx="1349478" cy="104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7ABB-A8FA-4863-C39A-03682A8F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049"/>
            <a:ext cx="10515600" cy="1596879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B08E8C-1094-2088-883E-290361F7F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16628"/>
            <a:ext cx="10515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57600" lvl="8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2856-9BD8-2D15-A341-5235C8319D3F}"/>
              </a:ext>
            </a:extLst>
          </p:cNvPr>
          <p:cNvSpPr txBox="1"/>
          <p:nvPr/>
        </p:nvSpPr>
        <p:spPr>
          <a:xfrm>
            <a:off x="838200" y="1628304"/>
            <a:ext cx="1029815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Qasim, S. M., &amp;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Farooquie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A. (2024). “Economics of Secondary Queue of Indian Railways Passenger Reservation System: A Queueing Science Approach.”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OPSEARCH, 61(4), 1795–1824.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Xu, J., Deng, L., Hu, X., Tan, J., &amp; Tan, W. (2024). “Joint Optimization of Overbooking and Seat Allocation for High-Speed Railways Considering Stochastic Demand.”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PLOS ONE.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Bešinović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N., García-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Ródenas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 López-García, M. L., et al. (2024). “The Time Slot Allocation Problem in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Liberalised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Passenger Railway Markets: A Multi-Objective Approach.”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Cardonha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H., &amp; Raghunathan, A. U. (2024). “Coach Reservation for Group Requests.”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“Seat Allocation Optimization for Railway Systems with Equity Considerations.” (2025). 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Transportmetrica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B: Transport Dynamics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F792CA4-97E9-7015-AD7F-E86277BC50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7" y="140586"/>
            <a:ext cx="1543665" cy="901864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44D6E2BA-E0AF-18E7-ECE6-E21949F0ABD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6" y="-15395"/>
            <a:ext cx="1285874" cy="11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8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card with a bird">
            <a:extLst>
              <a:ext uri="{FF2B5EF4-FFF2-40B4-BE49-F238E27FC236}">
                <a16:creationId xmlns:a16="http://schemas.microsoft.com/office/drawing/2014/main" id="{7154A6BB-0958-8EDE-A974-5DB974667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6829"/>
            <a:ext cx="12192000" cy="706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8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782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Railway Reservation System using Queue</vt:lpstr>
      <vt:lpstr>Aim</vt:lpstr>
      <vt:lpstr>Abstract</vt:lpstr>
      <vt:lpstr>Introduction</vt:lpstr>
      <vt:lpstr>Module 1 :Ticket Booking &amp; Booking Queue</vt:lpstr>
      <vt:lpstr>Module 2 : Priority-Based Seat Allocation</vt:lpstr>
      <vt:lpstr>Module 3 : Waiting List &amp; Cancellation Manager</vt:lpstr>
      <vt:lpstr>Algorithm</vt:lpstr>
      <vt:lpstr>Flow Chart</vt:lpstr>
      <vt:lpstr>Results and Discussions</vt:lpstr>
      <vt:lpstr>Conclusion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Madhulika Kunda</dc:creator>
  <cp:lastModifiedBy>peram mahitha</cp:lastModifiedBy>
  <cp:revision>5</cp:revision>
  <dcterms:created xsi:type="dcterms:W3CDTF">2026-07-27T17:06:11Z</dcterms:created>
  <dcterms:modified xsi:type="dcterms:W3CDTF">2026-08-11T06:01:57Z</dcterms:modified>
</cp:coreProperties>
</file>